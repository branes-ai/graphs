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nes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364742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/>
              <a:t>Micro-architectural model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Layers 1-7 across 2 SKUs  -  Generated 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nes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13728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intel_core_i7_12700k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SKU: intel_core_i7_12700k</a:t>
            </a:r>
          </a:p>
          <a:p>
            <a:r>
              <a:t>Archetype: cpu</a:t>
            </a:r>
          </a:p>
          <a:p>
            <a:r>
              <a:t>Overall confidence: THEORETICAL</a:t>
            </a:r>
          </a:p>
          <a:p/>
          <a:p>
            <a:r>
              <a:t>Layer panels (1-7): NOT YET POPULATED at M0. Populated by milestones M1-M7.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nes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13728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jetson_orin_agx_64gb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SKU: jetson_orin_agx_64gb</a:t>
            </a:r>
          </a:p>
          <a:p>
            <a:r>
              <a:t>Archetype: simt</a:t>
            </a:r>
          </a:p>
          <a:p>
            <a:r>
              <a:t>Overall confidence: THEORETICAL</a:t>
            </a:r>
          </a:p>
          <a:p/>
          <a:p>
            <a:r>
              <a:t>Layer panels (1-7): NOT YET POPULATED at M0. Populated by milestones M1-M7.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